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9"/>
  </p:notesMasterIdLst>
  <p:handoutMasterIdLst>
    <p:handoutMasterId r:id="rId10"/>
  </p:handoutMasterIdLst>
  <p:sldIdLst>
    <p:sldId id="947" r:id="rId2"/>
    <p:sldId id="953" r:id="rId3"/>
    <p:sldId id="954" r:id="rId4"/>
    <p:sldId id="962" r:id="rId5"/>
    <p:sldId id="966" r:id="rId6"/>
    <p:sldId id="964" r:id="rId7"/>
    <p:sldId id="965" r:id="rId8"/>
  </p:sldIdLst>
  <p:sldSz cx="12192000" cy="6858000"/>
  <p:notesSz cx="6669088" cy="9926638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04" userDrawn="1">
          <p15:clr>
            <a:srgbClr val="A4A3A4"/>
          </p15:clr>
        </p15:guide>
        <p15:guide id="3" pos="7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E72"/>
    <a:srgbClr val="960000"/>
    <a:srgbClr val="D8CEC6"/>
    <a:srgbClr val="FFC2AF"/>
    <a:srgbClr val="FFCC66"/>
    <a:srgbClr val="CCFF99"/>
    <a:srgbClr val="008000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78973" autoAdjust="0"/>
  </p:normalViewPr>
  <p:slideViewPr>
    <p:cSldViewPr snapToGrid="0">
      <p:cViewPr varScale="1">
        <p:scale>
          <a:sx n="99" d="100"/>
          <a:sy n="99" d="100"/>
        </p:scale>
        <p:origin x="1448" y="176"/>
      </p:cViewPr>
      <p:guideLst>
        <p:guide orient="horz" pos="4032"/>
        <p:guide pos="704"/>
        <p:guide pos="7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214" y="-660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5DE22A8-CE6D-4471-800F-32C4971C27FB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32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2CD28B3-E15B-4014-93F9-3F87C934E016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1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26726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7516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3745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66511A5-2C9A-7A50-2B7E-D353B2906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63"/>
          <a:stretch/>
        </p:blipFill>
        <p:spPr>
          <a:xfrm>
            <a:off x="10358493" y="19878"/>
            <a:ext cx="1783812" cy="428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823B59-771C-3F12-2560-6695C94315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56" y="108793"/>
            <a:ext cx="2206488" cy="2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5pPr>
      <a:lvl6pPr marL="4572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6pPr>
      <a:lvl7pPr marL="9144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7pPr>
      <a:lvl8pPr marL="13716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8pPr>
      <a:lvl9pPr marL="18288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425700"/>
            <a:ext cx="5181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Improving mixing via parallel Tempering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Verity, Pete Winskill</a:t>
            </a:r>
          </a:p>
        </p:txBody>
      </p:sp>
    </p:spTree>
    <p:extLst>
      <p:ext uri="{BB962C8B-B14F-4D97-AF65-F5344CB8AC3E}">
        <p14:creationId xmlns:p14="http://schemas.microsoft.com/office/powerpoint/2010/main" val="16508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Problems to motivate using PT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20E833-79AF-5D27-4A52-35224D6C7CA6}"/>
              </a:ext>
            </a:extLst>
          </p:cNvPr>
          <p:cNvSpPr txBox="1"/>
          <p:nvPr/>
        </p:nvSpPr>
        <p:spPr>
          <a:xfrm>
            <a:off x="656449" y="2029513"/>
            <a:ext cx="8436751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MCMC is very sluggish, mixing very poorly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Revisit quadratic regression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Posterior may contain distinct peaks that are well-separated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Gaussian process model</a:t>
            </a:r>
          </a:p>
        </p:txBody>
      </p:sp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Gaussian Process (GP)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9C7AEB8-440A-29A9-A1E6-3F5AC0F41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602" y="1254123"/>
            <a:ext cx="7863698" cy="4552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0A6F30-2D84-0480-0754-104A738F6DEC}"/>
              </a:ext>
            </a:extLst>
          </p:cNvPr>
          <p:cNvSpPr txBox="1"/>
          <p:nvPr/>
        </p:nvSpPr>
        <p:spPr>
          <a:xfrm>
            <a:off x="8115300" y="1720840"/>
            <a:ext cx="38250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Underlying function has high autocorrelation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 this autocorrelation in a “kernel”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has some additional noise</a:t>
            </a:r>
          </a:p>
          <a:p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456CD-B49F-6554-1329-A38C6977065C}"/>
              </a:ext>
            </a:extLst>
          </p:cNvPr>
          <p:cNvSpPr txBox="1"/>
          <p:nvPr/>
        </p:nvSpPr>
        <p:spPr>
          <a:xfrm>
            <a:off x="1189004" y="5837183"/>
            <a:ext cx="6926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estimate all the parameters of a GP?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50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721114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05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we always need PT?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584200" y="1206500"/>
            <a:ext cx="1102360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 fixed the quadratic model without us needing to understand why it was mixing badly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subtracting mean(Girth) from Girth fixes it too, with no PT at all. That is a tenth of the run-time and better mixing: min ESS around 380, against around 135 with PT for the same number of samples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PT earns its keep when you cannot reparameterise your way out of trouble, for example when the posterior has multiple peaks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27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What’s causing the bad mixing?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44452FFC-83E5-CEBF-5B4B-4B2F3285F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302" y="733337"/>
            <a:ext cx="8498698" cy="584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4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A340E05-DF95-6E2C-84BD-49257A12F4AD}"/>
              </a:ext>
            </a:extLst>
          </p:cNvPr>
          <p:cNvSpPr txBox="1"/>
          <p:nvPr/>
        </p:nvSpPr>
        <p:spPr>
          <a:xfrm>
            <a:off x="251602" y="117784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are we getting this problem?</a:t>
            </a:r>
            <a:endParaRPr lang="en-US" sz="3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with blue lines and dots&#10;&#10;Description automatically generated">
            <a:extLst>
              <a:ext uri="{FF2B5EF4-FFF2-40B4-BE49-F238E27FC236}">
                <a16:creationId xmlns:a16="http://schemas.microsoft.com/office/drawing/2014/main" id="{6F5E518D-E844-C6F7-3559-16308B3FA0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9"/>
          <a:stretch/>
        </p:blipFill>
        <p:spPr>
          <a:xfrm>
            <a:off x="1409700" y="1054101"/>
            <a:ext cx="8375130" cy="548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75795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8968</TotalTime>
  <Words>175</Words>
  <Application>Microsoft Macintosh PowerPoint</Application>
  <PresentationFormat>Widescreen</PresentationFormat>
  <Paragraphs>25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Publications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College London</dc:title>
  <dc:creator>Seipp, Karsten</dc:creator>
  <cp:lastModifiedBy>Verity, Robert J</cp:lastModifiedBy>
  <cp:revision>544</cp:revision>
  <dcterms:modified xsi:type="dcterms:W3CDTF">2026-09-21T13:35:43Z</dcterms:modified>
</cp:coreProperties>
</file>